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5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 проекта: README.md, acceptance.txt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49CF8-4686-1E9E-2788-E51E7DBDF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0D06FB-5F17-3D42-B931-07512A800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11B5BF-8612-0347-EBF5-B1DCDA0632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5EE1FA-FDEC-D721-CBE3-321E16BE9F3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6558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 проекта: scripts/40-sudoers.sh, runbook.md; снимок ошибки provision.sh из переписки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 проекта: README.md, provision.sh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Источники проекта: acceptance.txt, screenshots/02-acceptance.png, 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672915B-ACEF-4FC2-A551-BF9A90E30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2916D7C-55DA-4911-8FD0-A414DB197C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16EC1626-5941-43E5-B18B-28F53EB95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2FA7F2E-2C6E-4187-BBED-F15787580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EF8A7C0B-899C-436C-AC55-D64B589146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08007E66-546A-40D3-A868-82E5774D3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73FB202-D470-4477-BF8F-7AF54DDF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DD203A0F-69A4-4E61-98EA-76A9D8F6DB3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BB1668C6-B71E-473D-A0D5-152D0C2566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1572FC02-21D5-4DCB-848C-0AA71E3B0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F34E126-313C-4BF4-9E06-F47A056FCB41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Helpdesk 2.4.1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4A6EA7AE-DCDF-481C-8651-0A550F0375E2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01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52C8C72-7DF0-4D36-93E3-62A1EFF8B06F}"/>
              </a:ext>
            </a:extLst>
          </p:cNvPr>
          <p:cNvSpPr>
            <a:spLocks noGrp="1"/>
          </p:cNvSpPr>
          <p:nvPr/>
        </p:nvSpPr>
        <p:spPr>
          <a:xfrm>
            <a:off x="647700" y="1714500"/>
            <a:ext cx="95250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9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Ввод сервиса в эксплуатацию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BCA9C959-D449-4349-8D78-A1272E1D1AD0}"/>
              </a:ext>
            </a:extLst>
          </p:cNvPr>
          <p:cNvSpPr>
            <a:spLocks noGrp="1"/>
          </p:cNvSpPr>
          <p:nvPr/>
        </p:nvSpPr>
        <p:spPr>
          <a:xfrm>
            <a:off x="647700" y="2924175"/>
            <a:ext cx="9525000" cy="762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2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Учётные записи, права доступа и повторяемая установка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7D948B5-EE45-4328-98E2-2C73CD66B82E}"/>
              </a:ext>
            </a:extLst>
          </p:cNvPr>
          <p:cNvSpPr>
            <a:spLocks noGrp="1"/>
          </p:cNvSpPr>
          <p:nvPr/>
        </p:nvSpPr>
        <p:spPr>
          <a:xfrm>
            <a:off x="647700" y="4667250"/>
            <a:ext cx="9525000" cy="952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dxlol / @DXlol112</a:t>
            </a:r>
          </a:p>
          <a:p>
            <a:pPr>
              <a:def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025" b="0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glebkuznecov / @glebkuznecov</a:t>
            </a:r>
          </a:p>
        </p:txBody>
      </p:sp>
    </p:spTree>
    <p:extLst>
      <p:ext uri="{BB962C8B-B14F-4D97-AF65-F5344CB8AC3E}">
        <p14:creationId xmlns:p14="http://schemas.microsoft.com/office/powerpoint/2010/main" val="5107753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B6F89C9-303E-442E-9F8D-FECDA1946B6C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Работа вдвоём через GitHub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6C64F86-C712-48A9-B682-00881C7498E5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02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F94BCDA-E191-49B7-8E1C-B7B322C36D4C}"/>
              </a:ext>
            </a:extLst>
          </p:cNvPr>
          <p:cNvSpPr>
            <a:spLocks noGrp="1"/>
          </p:cNvSpPr>
          <p:nvPr/>
        </p:nvSpPr>
        <p:spPr>
          <a:xfrm>
            <a:off x="647700" y="1752600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part-1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96B3CCC-BA91-4A55-BC3F-E8940337EAEE}"/>
              </a:ext>
            </a:extLst>
          </p:cNvPr>
          <p:cNvSpPr>
            <a:spLocks noGrp="1"/>
          </p:cNvSpPr>
          <p:nvPr/>
        </p:nvSpPr>
        <p:spPr>
          <a:xfrm>
            <a:off x="647700" y="2428875"/>
            <a:ext cx="4905375" cy="2333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dxlol</a:t>
            </a:r>
          </a:p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Пользователи и группы</a:t>
            </a:r>
          </a:p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Правило sudo</a:t>
            </a:r>
          </a:p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provision.sh и общий отчёт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6EE25A3-3CE7-4540-87A8-CD39B575CCCC}"/>
              </a:ext>
            </a:extLst>
          </p:cNvPr>
          <p:cNvSpPr>
            <a:spLocks noGrp="1"/>
          </p:cNvSpPr>
          <p:nvPr/>
        </p:nvSpPr>
        <p:spPr>
          <a:xfrm>
            <a:off x="6429375" y="1752600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7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part-2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72E3247-068C-4C00-BBED-1405A532D8EC}"/>
              </a:ext>
            </a:extLst>
          </p:cNvPr>
          <p:cNvSpPr>
            <a:spLocks noGrp="1"/>
          </p:cNvSpPr>
          <p:nvPr/>
        </p:nvSpPr>
        <p:spPr>
          <a:xfrm>
            <a:off x="6429375" y="2428875"/>
            <a:ext cx="4905375" cy="2333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glebkuznecov</a:t>
            </a:r>
          </a:p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Размещение файлов</a:t>
            </a:r>
          </a:p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Права и ACL</a:t>
            </a:r>
          </a:p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Запуск и проверка службы</a:t>
            </a:r>
          </a:p>
        </p:txBody>
      </p:sp>
    </p:spTree>
    <p:extLst>
      <p:ext uri="{BB962C8B-B14F-4D97-AF65-F5344CB8AC3E}">
        <p14:creationId xmlns:p14="http://schemas.microsoft.com/office/powerpoint/2010/main" val="9371773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4EFF68A-C080-4570-B977-77D18A26408B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Размещение файлов по FHS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1FD607CE-AD7A-4152-BE25-322F470036AF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03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C44BCEEA-2665-41A0-BEF2-4F2CBAC1EFE8}"/>
              </a:ext>
            </a:extLst>
          </p:cNvPr>
          <p:cNvGraphicFramePr/>
          <p:nvPr/>
        </p:nvGraphicFramePr>
        <p:xfrm>
          <a:off x="647700" y="1666875"/>
          <a:ext cx="10820400" cy="4000500"/>
        </p:xfrm>
        <a:graphic>
          <a:graphicData uri="http://schemas.openxmlformats.org/drawingml/2006/table">
            <a:tbl>
              <a:tblPr/>
              <a:tblGrid>
                <a:gridCol w="4381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5FE0BD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Что храним</a:t>
                      </a:r>
                    </a:p>
                  </a:txBody>
                  <a:tcPr>
                    <a:solidFill>
                      <a:srgbClr val="20364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5FE0BD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Каталог</a:t>
                      </a:r>
                    </a:p>
                  </a:txBody>
                  <a:tcPr>
                    <a:solidFill>
                      <a:srgbClr val="2036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Программы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/usr/local/bin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Настройки и секреты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/etc/helpdesk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База заявок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/var/lib/helpdesk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Веб-интерфейс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/srv/helpdesk/static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Журналы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/var/log/helpdesk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PID службы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F2F5F7"/>
                          </a:solidFill>
                          <a:latin typeface="Noto Sans Display"/>
                          <a:ea typeface="Noto Sans Display"/>
                          <a:cs typeface="Noto Sans Display"/>
                        </a:rPr>
                        <a:t>/run/helpdesk</a:t>
                      </a:r>
                    </a:p>
                  </a:txBody>
                  <a:tcPr>
                    <a:solidFill>
                      <a:srgbClr val="101C2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75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8E65E35-7024-41C2-992E-1D948C11BCC9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Доступ</a:t>
            </a:r>
            <a:r>
              <a:rPr sz="3300" b="1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3300" b="1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по</a:t>
            </a:r>
            <a:r>
              <a:rPr sz="3300" b="1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3300" b="1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ролям</a:t>
            </a:r>
            <a:r>
              <a:rPr lang="ru-RU" sz="3300" b="1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, Часть 1</a:t>
            </a:r>
            <a:endParaRPr sz="3300" b="1" dirty="0">
              <a:solidFill>
                <a:srgbClr val="F2F5F7"/>
              </a:solidFill>
              <a:latin typeface="Noto Sans Display"/>
              <a:ea typeface="Noto Sans Display"/>
              <a:cs typeface="Noto Sans Display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6722302-2AF9-4DED-B85D-48468A311928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04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FB78300-98FF-41DF-9640-3949B8552A89}"/>
              </a:ext>
            </a:extLst>
          </p:cNvPr>
          <p:cNvSpPr>
            <a:spLocks noGrp="1"/>
          </p:cNvSpPr>
          <p:nvPr/>
        </p:nvSpPr>
        <p:spPr>
          <a:xfrm>
            <a:off x="647700" y="1428750"/>
            <a:ext cx="3143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helpdesk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819F4BDD-53DB-40D0-AE66-933BF44FFC60}"/>
              </a:ext>
            </a:extLst>
          </p:cNvPr>
          <p:cNvSpPr>
            <a:spLocks noGrp="1"/>
          </p:cNvSpPr>
          <p:nvPr/>
        </p:nvSpPr>
        <p:spPr>
          <a:xfrm>
            <a:off x="4191000" y="1428750"/>
            <a:ext cx="7143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Системный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пользователь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без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входа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. Читает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секреты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,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работает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с БД и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журналами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.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64A98DB-E30E-4ECD-812C-DE7D394DE473}"/>
              </a:ext>
            </a:extLst>
          </p:cNvPr>
          <p:cNvSpPr>
            <a:spLocks noGrp="1"/>
          </p:cNvSpPr>
          <p:nvPr/>
        </p:nvSpPr>
        <p:spPr>
          <a:xfrm>
            <a:off x="647700" y="2238375"/>
            <a:ext cx="33337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ivanov / petrova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C6E980E-9408-4F52-AA35-5F5138EE3971}"/>
              </a:ext>
            </a:extLst>
          </p:cNvPr>
          <p:cNvSpPr>
            <a:spLocks noGrp="1"/>
          </p:cNvSpPr>
          <p:nvPr/>
        </p:nvSpPr>
        <p:spPr>
          <a:xfrm>
            <a:off x="4191000" y="2238375"/>
            <a:ext cx="714375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Меняют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static,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читают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журналы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.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Через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sudo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выполняют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только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start, stop и status.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84DA469F-9FB5-4A3A-8749-4CEC97727419}"/>
              </a:ext>
            </a:extLst>
          </p:cNvPr>
          <p:cNvSpPr>
            <a:spLocks noGrp="1"/>
          </p:cNvSpPr>
          <p:nvPr/>
        </p:nvSpPr>
        <p:spPr>
          <a:xfrm>
            <a:off x="647700" y="3143250"/>
            <a:ext cx="314325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325" b="1" dirty="0" err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smirnova</a:t>
            </a:r>
            <a:endParaRPr sz="2325" b="1" dirty="0">
              <a:solidFill>
                <a:srgbClr val="5FE0BD"/>
              </a:solidFill>
              <a:latin typeface="Noto Sans Display"/>
              <a:ea typeface="Noto Sans Display"/>
              <a:cs typeface="Noto Sans Display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7D010FD-85AC-4D0F-A6F6-A7EA3DBBB248}"/>
              </a:ext>
            </a:extLst>
          </p:cNvPr>
          <p:cNvSpPr>
            <a:spLocks noGrp="1"/>
          </p:cNvSpPr>
          <p:nvPr/>
        </p:nvSpPr>
        <p:spPr>
          <a:xfrm>
            <a:off x="4191000" y="3143250"/>
            <a:ext cx="7143750" cy="857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Читает журналы. Доступ к секретам и данным закрыт.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C3C34133-0527-17EE-B673-5E6CAE3A2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6284" y="3852386"/>
            <a:ext cx="7472516" cy="2615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035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D2CEA-AEFD-C6B8-A623-9BC7D98B5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153C6EE-23AF-5B91-0974-9CBC13537B33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Доступ</a:t>
            </a:r>
            <a:r>
              <a:rPr sz="3300" b="1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3300" b="1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по</a:t>
            </a:r>
            <a:r>
              <a:rPr sz="3300" b="1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3300" b="1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ролям</a:t>
            </a:r>
            <a:r>
              <a:rPr lang="ru-RU" sz="3300" b="1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, Часть 2</a:t>
            </a:r>
            <a:endParaRPr sz="3300" b="1" dirty="0">
              <a:solidFill>
                <a:srgbClr val="F2F5F7"/>
              </a:solidFill>
              <a:latin typeface="Noto Sans Display"/>
              <a:ea typeface="Noto Sans Display"/>
              <a:cs typeface="Noto Sans Display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9D7049CE-3C92-342E-D2C8-62804A29F0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258" y="1856754"/>
            <a:ext cx="10631384" cy="4448796"/>
          </a:xfrm>
          <a:prstGeom prst="rect">
            <a:avLst/>
          </a:prstGeom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1018984F-C45F-9365-8DAE-C00DBE0EF0E8}"/>
              </a:ext>
            </a:extLst>
          </p:cNvPr>
          <p:cNvSpPr>
            <a:spLocks noGrp="1"/>
          </p:cNvSpPr>
          <p:nvPr/>
        </p:nvSpPr>
        <p:spPr>
          <a:xfrm>
            <a:off x="931606" y="1237938"/>
            <a:ext cx="7838768" cy="404813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lang="ru-RU" dirty="0"/>
              <a:t>Скрипт </a:t>
            </a:r>
            <a:r>
              <a:rPr lang="en-US" dirty="0"/>
              <a:t>Bash </a:t>
            </a:r>
            <a:r>
              <a:rPr lang="ru-RU" dirty="0"/>
              <a:t>для авто выставления прав </a:t>
            </a:r>
            <a:endParaRPr sz="2175" b="0" dirty="0">
              <a:solidFill>
                <a:srgbClr val="F2F5F7"/>
              </a:solidFill>
              <a:latin typeface="Noto Sans Display"/>
              <a:ea typeface="Noto Sans Display"/>
              <a:cs typeface="Noto San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670067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7794B3E-1974-4A53-8801-D5AA296EAFD0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Проблема: старая версия ещё работает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F919F8-A485-4489-BF05-8C62E26F64F0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06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73B1675-85FF-40A5-9E50-27AF4D83F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47700" y="1657833"/>
            <a:ext cx="10820400" cy="1808783"/>
          </a:xfrm>
          <a:prstGeom prst="rect">
            <a:avLst/>
          </a:prstGeom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C370C35-A6F6-4722-A882-D6A0CA2294A9}"/>
              </a:ext>
            </a:extLst>
          </p:cNvPr>
          <p:cNvSpPr>
            <a:spLocks noGrp="1"/>
          </p:cNvSpPr>
          <p:nvPr/>
        </p:nvSpPr>
        <p:spPr>
          <a:xfrm>
            <a:off x="647700" y="3857625"/>
            <a:ext cx="2476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Причина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8ECBFAB-E30E-4C29-83C1-AF7E5CB544F0}"/>
              </a:ext>
            </a:extLst>
          </p:cNvPr>
          <p:cNvSpPr>
            <a:spLocks noGrp="1"/>
          </p:cNvSpPr>
          <p:nvPr/>
        </p:nvSpPr>
        <p:spPr>
          <a:xfrm>
            <a:off x="3429000" y="3857625"/>
            <a:ext cx="78105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Версия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2.4.1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обнаружила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процесс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2.3 и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отказалась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175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запускаться</a:t>
            </a:r>
            <a:r>
              <a:rPr sz="2175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.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D0561B3-4175-4C84-8A46-3441E607E240}"/>
              </a:ext>
            </a:extLst>
          </p:cNvPr>
          <p:cNvSpPr>
            <a:spLocks noGrp="1"/>
          </p:cNvSpPr>
          <p:nvPr/>
        </p:nvSpPr>
        <p:spPr>
          <a:xfrm>
            <a:off x="647700" y="4972050"/>
            <a:ext cx="2476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Решение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B5E5901B-D90F-4400-8F9E-23153A9807A1}"/>
              </a:ext>
            </a:extLst>
          </p:cNvPr>
          <p:cNvSpPr>
            <a:spLocks noGrp="1"/>
          </p:cNvSpPr>
          <p:nvPr/>
        </p:nvSpPr>
        <p:spPr>
          <a:xfrm>
            <a:off x="3429000" y="4972050"/>
            <a:ext cx="78105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Остановили 2.3, дождались завершения и запустили новую службу от helpdesk. Права не расширяли.</a:t>
            </a:r>
          </a:p>
        </p:txBody>
      </p:sp>
    </p:spTree>
    <p:extLst>
      <p:ext uri="{BB962C8B-B14F-4D97-AF65-F5344CB8AC3E}">
        <p14:creationId xmlns:p14="http://schemas.microsoft.com/office/powerpoint/2010/main" val="7856636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36C6F45B-C0A5-4F5B-BA37-BF5606F456EE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Проблема: правило sudo не создалось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7F1888D-3BAD-4B57-9FE1-71A92B85D34F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07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8E6C3FB3-E22C-48F7-BA7E-0DCE6BCAA468}"/>
              </a:ext>
            </a:extLst>
          </p:cNvPr>
          <p:cNvSpPr>
            <a:spLocks noGrp="1"/>
          </p:cNvSpPr>
          <p:nvPr/>
        </p:nvSpPr>
        <p:spPr>
          <a:xfrm>
            <a:off x="647700" y="1714500"/>
            <a:ext cx="10572750" cy="1190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visudo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передал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аргумент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--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перед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именем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файла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.</a:t>
            </a:r>
          </a:p>
          <a:p>
            <a: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Редактор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записал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правило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в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файл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с </a:t>
            </a:r>
            <a:r>
              <a:rPr sz="2250" b="0" dirty="0" err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именем</a:t>
            </a:r>
            <a:r>
              <a:rPr sz="2250" b="0" dirty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 --.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6322E38-467F-4AA4-A002-8EFBF25FE746}"/>
              </a:ext>
            </a:extLst>
          </p:cNvPr>
          <p:cNvSpPr>
            <a:spLocks noGrp="1"/>
          </p:cNvSpPr>
          <p:nvPr/>
        </p:nvSpPr>
        <p:spPr>
          <a:xfrm>
            <a:off x="647700" y="32385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Исправление редактора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53F36A44-403C-47C6-9782-7ECC38EB6838}"/>
              </a:ext>
            </a:extLst>
          </p:cNvPr>
          <p:cNvSpPr>
            <a:spLocks noGrp="1"/>
          </p:cNvSpPr>
          <p:nvPr/>
        </p:nvSpPr>
        <p:spPr>
          <a:xfrm>
            <a:off x="647700" y="4000500"/>
            <a:ext cx="10810875" cy="619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defPPr>
            <a:lvl1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1pPr>
            <a:lvl2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2pPr>
            <a:lvl3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3pPr>
            <a:lvl4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4pPr>
            <a:lvl5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5pPr>
            <a:lvl6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6pPr>
            <a:lvl7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7pPr>
            <a:lvl8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8pPr>
            <a:lvl9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rPr>
              <a:t>if [ "${1:-}" = -- ]; then shift; fi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AE0EB3-DB0F-4E6B-8972-08B13A8EF65B}"/>
              </a:ext>
            </a:extLst>
          </p:cNvPr>
          <p:cNvSpPr>
            <a:spLocks noGrp="1"/>
          </p:cNvSpPr>
          <p:nvPr/>
        </p:nvSpPr>
        <p:spPr>
          <a:xfrm>
            <a:off x="647700" y="5143500"/>
            <a:ext cx="10763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После исправления visudo -c подтвердил корректность правила.</a:t>
            </a:r>
          </a:p>
          <a:p>
            <a:pPr>
              <a:def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17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Иванов и Петрова получили status без запроса пароля.</a:t>
            </a:r>
          </a:p>
        </p:txBody>
      </p:sp>
    </p:spTree>
    <p:extLst>
      <p:ext uri="{BB962C8B-B14F-4D97-AF65-F5344CB8AC3E}">
        <p14:creationId xmlns:p14="http://schemas.microsoft.com/office/powerpoint/2010/main" val="19268861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D40A1DCF-3165-4C92-9CC7-DC6548BA0BBF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Повторяемая установка одним скриптом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B8FA637F-05AB-47C5-8160-C6F7B7BE16C9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08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5D7FB081-FE59-487E-85C5-E078B36C14FF}"/>
              </a:ext>
            </a:extLst>
          </p:cNvPr>
          <p:cNvSpPr>
            <a:spLocks noGrp="1"/>
          </p:cNvSpPr>
          <p:nvPr/>
        </p:nvSpPr>
        <p:spPr>
          <a:xfrm>
            <a:off x="647700" y="1676400"/>
            <a:ext cx="10810875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provision.sh выполняет модули в порядке 10, 20, 30, 40, 50.</a:t>
            </a:r>
          </a:p>
          <a:p>
            <a:pPr>
              <a:def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25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Проверяет службу и удаляет временную копию релиза.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C50C5AF-4DE9-42D9-9B44-301F2401087D}"/>
              </a:ext>
            </a:extLst>
          </p:cNvPr>
          <p:cNvSpPr>
            <a:spLocks noGrp="1"/>
          </p:cNvSpPr>
          <p:nvPr/>
        </p:nvSpPr>
        <p:spPr>
          <a:xfrm>
            <a:off x="647700" y="3095625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325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Запуск из корня проекта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78787902-2B63-4C1A-8565-BDF31ABAAE9F}"/>
              </a:ext>
            </a:extLst>
          </p:cNvPr>
          <p:cNvSpPr>
            <a:spLocks noGrp="1"/>
          </p:cNvSpPr>
          <p:nvPr/>
        </p:nvSpPr>
        <p:spPr>
          <a:xfrm>
            <a:off x="647700" y="3886200"/>
            <a:ext cx="1082040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defPPr>
            <a:lvl1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1pPr>
            <a:lvl2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2pPr>
            <a:lvl3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3pPr>
            <a:lvl4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4pPr>
            <a:lvl5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5pPr>
            <a:lvl6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6pPr>
            <a:lvl7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7pPr>
            <a:lvl8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8pPr>
            <a:lvl9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lvl9pPr>
          </a:lstStyle>
          <a:p>
            <a: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rPr>
              <a:t>sudo bash help/helpdesk-stand.sh</a:t>
            </a:r>
          </a:p>
          <a:p>
            <a: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rPr>
              <a:t>sudo bash provision.sh</a:t>
            </a:r>
          </a:p>
          <a:p>
            <a:pPr>
              <a:def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defRPr>
            </a:pPr>
            <a:r>
              <a:rPr sz="2175" b="0">
                <a:solidFill>
                  <a:srgbClr val="F2F5F7"/>
                </a:solidFill>
                <a:latin typeface="DejaVu Sans Mono"/>
                <a:ea typeface="DejaVu Sans Mono"/>
                <a:cs typeface="DejaVu Sans Mono"/>
              </a:rPr>
              <a:t>sudo bash help/helpdesk-acceptance.sh</a:t>
            </a:r>
          </a:p>
        </p:txBody>
      </p:sp>
    </p:spTree>
    <p:extLst>
      <p:ext uri="{BB962C8B-B14F-4D97-AF65-F5344CB8AC3E}">
        <p14:creationId xmlns:p14="http://schemas.microsoft.com/office/powerpoint/2010/main" val="17038132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C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E49447B-69ED-46C3-92A8-F980B840EA68}"/>
              </a:ext>
            </a:extLst>
          </p:cNvPr>
          <p:cNvSpPr>
            <a:spLocks noGrp="1"/>
          </p:cNvSpPr>
          <p:nvPr/>
        </p:nvSpPr>
        <p:spPr>
          <a:xfrm>
            <a:off x="647700" y="552450"/>
            <a:ext cx="10858500" cy="876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3300" b="1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Итог проверки</a:t>
            </a: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59C58BAB-0732-43F6-B2DB-97CABF1C5831}"/>
              </a:ext>
            </a:extLst>
          </p:cNvPr>
          <p:cNvSpPr>
            <a:spLocks noGrp="1"/>
          </p:cNvSpPr>
          <p:nvPr/>
        </p:nvSpPr>
        <p:spPr>
          <a:xfrm>
            <a:off x="11125200" y="6334125"/>
            <a:ext cx="47625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1350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09</a:t>
            </a:r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F6E4F29-F597-407E-BAE5-9D60BB06CC0F}"/>
              </a:ext>
            </a:extLst>
          </p:cNvPr>
          <p:cNvSpPr>
            <a:spLocks noGrp="1"/>
          </p:cNvSpPr>
          <p:nvPr/>
        </p:nvSpPr>
        <p:spPr>
          <a:xfrm>
            <a:off x="647700" y="1790700"/>
            <a:ext cx="4095750" cy="1285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6600" b="1">
                <a:solidFill>
                  <a:srgbClr val="5FE0BD"/>
                </a:solidFill>
                <a:latin typeface="Noto Sans Display"/>
                <a:ea typeface="Noto Sans Display"/>
                <a:cs typeface="Noto Sans Display"/>
              </a:rPr>
              <a:t>25 / 25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FF3B5E5-C3C6-471D-A187-852EF0BA52DF}"/>
              </a:ext>
            </a:extLst>
          </p:cNvPr>
          <p:cNvSpPr>
            <a:spLocks noGrp="1"/>
          </p:cNvSpPr>
          <p:nvPr/>
        </p:nvSpPr>
        <p:spPr>
          <a:xfrm>
            <a:off x="647700" y="3333750"/>
            <a:ext cx="4191000" cy="8096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400" b="0">
                <a:solidFill>
                  <a:srgbClr val="F2F5F7"/>
                </a:solidFill>
                <a:latin typeface="Noto Sans Display"/>
                <a:ea typeface="Noto Sans Display"/>
                <a:cs typeface="Noto Sans Display"/>
              </a:rPr>
              <a:t>Все пункты приёмки OK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3B66B33-481C-4AB0-8BCB-EF8C89737C8B}"/>
              </a:ext>
            </a:extLst>
          </p:cNvPr>
          <p:cNvSpPr>
            <a:spLocks noGrp="1"/>
          </p:cNvSpPr>
          <p:nvPr/>
        </p:nvSpPr>
        <p:spPr>
          <a:xfrm>
            <a:off x="647700" y="4429125"/>
            <a:ext cx="4286250" cy="1619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def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defPPr>
            <a:lvl1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1pPr>
            <a:lvl2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2pPr>
            <a:lvl3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3pPr>
            <a:lvl4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4pPr>
            <a:lvl5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5pPr>
            <a:lvl6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6pPr>
            <a:lvl7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7pPr>
            <a:lvl8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8pPr>
            <a:lvl9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lvl9pPr>
          </a:lstStyle>
          <a:p>
            <a: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Служба работает от helpdesk.</a:t>
            </a:r>
          </a:p>
          <a:p>
            <a: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Права проверили по ролям.</a:t>
            </a:r>
          </a:p>
          <a:p>
            <a: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Результаты сохранили</a:t>
            </a:r>
          </a:p>
          <a:p>
            <a:pPr>
              <a:def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defRPr>
            </a:pPr>
            <a:r>
              <a:rPr sz="2025" b="0">
                <a:solidFill>
                  <a:srgbClr val="B7C6D4"/>
                </a:solidFill>
                <a:latin typeface="Noto Sans Display"/>
                <a:ea typeface="Noto Sans Display"/>
                <a:cs typeface="Noto Sans Display"/>
              </a:rPr>
              <a:t>в документах проекта.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66F4CB-CF02-4C25-BBB1-4D645A1835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314950" y="2064204"/>
            <a:ext cx="6238875" cy="330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12833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390</Words>
  <Application>Microsoft Office PowerPoint</Application>
  <DocSecurity>0</DocSecurity>
  <PresentationFormat>Широкоэкранный</PresentationFormat>
  <Paragraphs>78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3" baseType="lpstr">
      <vt:lpstr>Aptos</vt:lpstr>
      <vt:lpstr>DejaVu Sans Mono</vt:lpstr>
      <vt:lpstr>Noto Sans Display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Владимир Ярмолик</cp:lastModifiedBy>
  <cp:revision>2</cp:revision>
  <dcterms:created xsi:type="dcterms:W3CDTF">2026-10-19T17:51:42Z</dcterms:created>
  <dcterms:modified xsi:type="dcterms:W3CDTF">2026-10-20T07:33:16Z</dcterms:modified>
</cp:coreProperties>
</file>